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Análise Exploratória e Clusterização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Projeto de Big Data — Visual Azul Tech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Objetivo do Projeto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Explorar dados demográficos e socioeconômicos</a:t>
            </a:r>
          </a:p>
          <a:p>
            <a:r>
              <a:t>- Gerar visualizações claras e interpretáveis</a:t>
            </a:r>
          </a:p>
          <a:p>
            <a:r>
              <a:t>- Aplicar clusterização para identificação de padrões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Principais Etapas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1. Limpeza e padronização dos dados</a:t>
            </a:r>
          </a:p>
          <a:p>
            <a:r>
              <a:t>2. Análise exploratória (EDA)</a:t>
            </a:r>
          </a:p>
          <a:p>
            <a:r>
              <a:t>3. Construção de gráficos</a:t>
            </a:r>
          </a:p>
          <a:p>
            <a:r>
              <a:t>4. Clusterização (K-Means)</a:t>
            </a:r>
          </a:p>
          <a:p>
            <a:r>
              <a:t>5. Interpretação dos clusters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